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importance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Booking origin</c:v>
                  </c:pt>
                  <c:pt idx="1">
                    <c:v>Route</c:v>
                  </c:pt>
                  <c:pt idx="2">
                    <c:v>Destination airport</c:v>
                  </c:pt>
                  <c:pt idx="3">
                    <c:v>Length of stay</c:v>
                  </c:pt>
                  <c:pt idx="4">
                    <c:v>Stay/lead ratio</c:v>
                  </c:pt>
                  <c:pt idx="5">
                    <c:v>Origin airport</c:v>
                  </c:pt>
                  <c:pt idx="6">
                    <c:v>Lead time</c:v>
                  </c:pt>
                  <c:pt idx="7">
                    <c:v>Flight duration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0.243</c:v>
                </c:pt>
                <c:pt idx="1">
                  <c:v>0.094</c:v>
                </c:pt>
                <c:pt idx="2">
                  <c:v>0.088</c:v>
                </c:pt>
                <c:pt idx="3">
                  <c:v>0.082</c:v>
                </c:pt>
                <c:pt idx="4">
                  <c:v>0.079</c:v>
                </c:pt>
                <c:pt idx="5">
                  <c:v>0.073</c:v>
                </c:pt>
                <c:pt idx="6">
                  <c:v>0.071</c:v>
                </c:pt>
                <c:pt idx="7">
                  <c:v>0.058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Malaysia</c:v>
                  </c:pt>
                  <c:pt idx="1">
                    <c:v>Singapore</c:v>
                  </c:pt>
                  <c:pt idx="2">
                    <c:v>Indonesia</c:v>
                  </c:pt>
                  <c:pt idx="3">
                    <c:v>Thailand</c:v>
                  </c:pt>
                  <c:pt idx="4">
                    <c:v>Australia / NZ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34.4</c:v>
                </c:pt>
                <c:pt idx="1">
                  <c:v>28.6</c:v>
                </c:pt>
                <c:pt idx="2">
                  <c:v>26</c:v>
                </c:pt>
                <c:pt idx="3">
                  <c:v>23.2</c:v>
                </c:pt>
                <c:pt idx="4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Frequency encoding avoids 900+ sparse dummies. Duplicates retained as legitimate repeat search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Bookings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on 50,000 flight searches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5661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635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35661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635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14.96%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35661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635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searches, 14 raw columns, no nulls. Target: booking_complete (7,478 positives).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20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(799) and booking origin (104) frequency-encoded; channel and trip type one-hot.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in total, incl. num_extras, is_last_minute, is_long_haul, stay_per_lead, is_red_eye.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max_depth 14, min_samples_leaf 10, class_weight balanced_subsample.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Performance: ROC-AUC 0.78 is the headline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(5-fold CV), hold-out 0.785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2.5x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0.372 vs 0.150 random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bookers, at 33% precision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the wrong metric: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"no booking" for all scores 85%. Our 75.6% is lower because balanced weights trade accuracy for finding bookers.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std is 0.014 or less on every metric.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overfit: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0.90 vs test 0.78, constrained by depth and leaf limits.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(0.50)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dial to tune against campaign economics.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 booking? Geography first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7220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predictive power comes from booking origin alone. Permutation importance agrees: 0.124 AUC drop, far above any other feature.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by origin: a ~7x spread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722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intent converts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8745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South-East Asian markets convert at 23-34%. Australia and New Zealand searches convert at just 5%, a problem to diagnose rather than a volume story.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signals of intent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18-21%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of 6 nights or fewer, vs ~10% for 6-31 nights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17 days or less out, vs 13.7% at 141+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10.7% to 18.6%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rises with extras requested (0 to 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under 5.6h, vs 12.2% at 8.6h+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832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vs 15.5% on web: possible funnel friction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1722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trips, vs 5.2% one-way (0.8% of volume)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(14.1-16.3%) and departure hour (14.3-15.6%) barely matter.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55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07008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SE Asia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0972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acquisition spend on Malaysia, Singapore, Indonesia, Thailand; diagnose Australia/NZ.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55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96596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562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 on extras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856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Extra-baggage ticks are 45% more likely to book: offer a bundle then.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55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24912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151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to near-term intent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61518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budget from long-lead retargeting to same-fortnight searchers.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55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83864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741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mobile funnel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37413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4.7pt gap on 11% of traffic is a concrete revenue leak.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55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242816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1330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the data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41330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price, competitor fares, seat availability and customer history for v2.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2026-09-30T15:24:02Z</dcterms:created>
  <dcterms:modified xsi:type="dcterms:W3CDTF">2026-09-30T15:24:02Z</dcterms:modified>
</cp:coreProperties>
</file>